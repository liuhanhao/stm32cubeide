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6" r:id="rId4"/>
    <p:sldId id="258" r:id="rId5"/>
    <p:sldId id="267" r:id="rId6"/>
    <p:sldId id="268" r:id="rId7"/>
    <p:sldId id="269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AI</a:t>
            </a:r>
            <a:r>
              <a:rPr lang="zh-CN" altLang="en-US" b="1" dirty="0"/>
              <a:t>智能语音识别模块离线语音控制模块语音识别芯片</a:t>
            </a:r>
            <a:r>
              <a:rPr lang="zh-CN" altLang="en-US" b="1" dirty="0" smtClean="0"/>
              <a:t>声控开发板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2276872"/>
            <a:ext cx="8568951" cy="38492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 smtClean="0"/>
              <a:t>       这是一款低成本，低功耗，小体积的高性价比离线语音识别开发板。能快速学习、验证离线语音控制各种外设，如继电器、</a:t>
            </a:r>
            <a:r>
              <a:rPr lang="en-US" altLang="zh-CN" dirty="0" smtClean="0"/>
              <a:t>LED</a:t>
            </a:r>
            <a:r>
              <a:rPr lang="zh-CN" altLang="en-US" dirty="0" smtClean="0"/>
              <a:t>灯，</a:t>
            </a:r>
            <a:r>
              <a:rPr lang="en-US" altLang="zh-CN" dirty="0" smtClean="0"/>
              <a:t>PWM</a:t>
            </a:r>
            <a:r>
              <a:rPr lang="zh-CN" altLang="en-US" dirty="0" smtClean="0"/>
              <a:t>调光等。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 板载了</a:t>
            </a:r>
            <a:r>
              <a:rPr lang="en-US" altLang="zh-CN" dirty="0" smtClean="0"/>
              <a:t>Micro USB</a:t>
            </a:r>
            <a:r>
              <a:rPr lang="zh-CN" altLang="en-US" dirty="0" smtClean="0"/>
              <a:t>接口</a:t>
            </a:r>
            <a:r>
              <a:rPr lang="en-US" altLang="zh-CN" dirty="0" smtClean="0"/>
              <a:t>, CH340N USB</a:t>
            </a:r>
            <a:r>
              <a:rPr lang="zh-CN" altLang="en-US" dirty="0" smtClean="0"/>
              <a:t>转串口芯片，高灵敏度咪头，</a:t>
            </a:r>
            <a:r>
              <a:rPr lang="en-US" altLang="zh-CN" dirty="0" smtClean="0"/>
              <a:t>8</a:t>
            </a:r>
            <a:r>
              <a:rPr lang="zh-CN" altLang="en-US" dirty="0" smtClean="0"/>
              <a:t>欧</a:t>
            </a:r>
            <a:r>
              <a:rPr lang="en-US" altLang="zh-CN" dirty="0" smtClean="0"/>
              <a:t>1w </a:t>
            </a:r>
            <a:r>
              <a:rPr lang="zh-CN" altLang="en-US" dirty="0" smtClean="0"/>
              <a:t>喇叭 和拨动开关。插上</a:t>
            </a:r>
            <a:r>
              <a:rPr lang="en-US" altLang="zh-CN" dirty="0" smtClean="0"/>
              <a:t>USB </a:t>
            </a:r>
            <a:r>
              <a:rPr lang="zh-CN" altLang="en-US" dirty="0" smtClean="0"/>
              <a:t>线就能通过串口烧录程序。简单方便，是学习测试离线语音模块的好帮手。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  本开发板引出语音模组的所有</a:t>
            </a:r>
            <a:r>
              <a:rPr lang="en-US" altLang="zh-CN" dirty="0" smtClean="0"/>
              <a:t>IO</a:t>
            </a:r>
            <a:r>
              <a:rPr lang="zh-CN" altLang="en-US" dirty="0" smtClean="0"/>
              <a:t>口，体积小巧，排针兼容面包板设计，可直接插于面包板上。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产品参数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988840"/>
            <a:ext cx="8568951" cy="46085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zh-CN" altLang="en-US" dirty="0" smtClean="0"/>
              <a:t>*</a:t>
            </a:r>
            <a:r>
              <a:rPr lang="en-US" altLang="zh-CN" dirty="0" smtClean="0"/>
              <a:t>USB</a:t>
            </a:r>
            <a:r>
              <a:rPr lang="zh-CN" altLang="en-US" dirty="0" smtClean="0"/>
              <a:t>供电</a:t>
            </a:r>
            <a:r>
              <a:rPr lang="en-US" altLang="zh-CN" dirty="0" smtClean="0"/>
              <a:t>5V【 </a:t>
            </a:r>
            <a:r>
              <a:rPr lang="zh-CN" altLang="en-US" dirty="0" smtClean="0"/>
              <a:t>也可以通过</a:t>
            </a:r>
            <a:r>
              <a:rPr lang="en-US" altLang="zh-CN" dirty="0" smtClean="0"/>
              <a:t>VCC pin </a:t>
            </a:r>
            <a:r>
              <a:rPr lang="zh-CN" altLang="en-US" dirty="0" smtClean="0"/>
              <a:t>输入</a:t>
            </a:r>
            <a:r>
              <a:rPr lang="en-US" altLang="zh-CN" dirty="0" smtClean="0"/>
              <a:t>5V</a:t>
            </a:r>
            <a:r>
              <a:rPr lang="zh-CN" altLang="en-US" dirty="0" smtClean="0"/>
              <a:t>供电</a:t>
            </a:r>
            <a:r>
              <a:rPr lang="en-US" altLang="zh-CN" dirty="0" smtClean="0"/>
              <a:t>】 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 smtClean="0"/>
              <a:t>*无需编程，会打字就可以操作，十分简单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 smtClean="0"/>
              <a:t>*网页设置，简单易懂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*识别灵敏，识别率更高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*支持自定义开机播报语音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 smtClean="0"/>
              <a:t>*支持设置关键词和唤醒词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/>
              <a:t>*</a:t>
            </a:r>
            <a:r>
              <a:rPr lang="zh-CN" altLang="en-US" dirty="0" smtClean="0"/>
              <a:t>支持自定义回复语、串口输出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*支持自定义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口控制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*可无限次修改设置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*可设置多种真人发音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/>
              <a:t>* </a:t>
            </a:r>
            <a:r>
              <a:rPr lang="en-US" altLang="zh-CN" dirty="0" smtClean="0"/>
              <a:t>IO</a:t>
            </a:r>
            <a:r>
              <a:rPr lang="zh-CN" altLang="en-US" dirty="0" smtClean="0"/>
              <a:t>口：通用</a:t>
            </a:r>
            <a:r>
              <a:rPr lang="en-US" altLang="zh-CN" dirty="0" smtClean="0"/>
              <a:t>IO PA25,26,27,PB2 ,3,6,7   7</a:t>
            </a:r>
            <a:r>
              <a:rPr lang="zh-CN" altLang="en-US" dirty="0" smtClean="0"/>
              <a:t>个（</a:t>
            </a:r>
            <a:r>
              <a:rPr lang="en-US" altLang="zh-CN" dirty="0" smtClean="0"/>
              <a:t>IO</a:t>
            </a:r>
            <a:r>
              <a:rPr lang="zh-CN" altLang="en-US" dirty="0" smtClean="0"/>
              <a:t>口电平</a:t>
            </a:r>
            <a:r>
              <a:rPr lang="en-US" altLang="zh-CN" dirty="0" smtClean="0"/>
              <a:t>3.3V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dirty="0" smtClean="0"/>
              <a:t>                       产品尺寸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6883574" cy="4693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简单友好的界面</a:t>
            </a: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18583"/>
            <a:ext cx="6768752" cy="5090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简单友好的界面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10260"/>
            <a:ext cx="7901547" cy="4590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简单友好的界面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00808"/>
            <a:ext cx="6552728" cy="4914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WPS 演示</Application>
  <PresentationFormat>全屏显示(4:3)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Office 主题​​</vt:lpstr>
      <vt:lpstr>AI智能语音识别模块离线语音控制模块语音识别芯片声控开发板</vt:lpstr>
      <vt:lpstr>产品参数</vt:lpstr>
      <vt:lpstr>                       产品尺寸</vt:lpstr>
      <vt:lpstr>简单友好的界面</vt:lpstr>
      <vt:lpstr>简单友好的界面</vt:lpstr>
      <vt:lpstr>简单友好的界面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户外果园养殖防盗夹子短信电话报警器</dc:title>
  <dc:creator>IOT</dc:creator>
  <cp:lastModifiedBy>千万善良</cp:lastModifiedBy>
  <cp:revision>122</cp:revision>
  <dcterms:created xsi:type="dcterms:W3CDTF">2019-10-04T01:07:00Z</dcterms:created>
  <dcterms:modified xsi:type="dcterms:W3CDTF">2025-08-14T08:04:08Z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451A46011A8342C3BA421122F2D02389_12</vt:lpwstr>
  </property>
  <property fmtid="{D5CDD505-2E9C-101B-9397-08002B2CF9AE}" pid="3" name="KSOProductBuildVer">
    <vt:lpwstr>2052-12.1.0.22483</vt:lpwstr>
  </property>
</Properties>
</file>